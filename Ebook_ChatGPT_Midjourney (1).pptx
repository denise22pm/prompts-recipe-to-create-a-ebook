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E-book: Introdução ao ChatGPT e Midjourney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Guia simples para começar a usar IA Generativa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ChatGPT?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Um modelo de inteligência artificial capaz de conversar, explicar e criar textos.</a:t>
            </a:r>
          </a:p>
          <a:p>
            <a:r>
              <a:t>• Ajuda em tarefas como escrever, estudar, vender, criar conteúdos e automatizar ideias.</a:t>
            </a:r>
          </a:p>
          <a:p>
            <a:r>
              <a:t>• Funciona como um assistente inteligente disponível 24h.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o ChatGPT pode fazer?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Criar posts, roteiros, artigos e e‑books.</a:t>
            </a:r>
          </a:p>
          <a:p>
            <a:r>
              <a:t>• Resumir textos grandes e explicar assuntos difíceis.</a:t>
            </a:r>
          </a:p>
          <a:p>
            <a:r>
              <a:t>• Gerar ideias, estratégias e conteúdos personalizados.</a:t>
            </a:r>
          </a:p>
          <a:p>
            <a:r>
              <a:t>• Ajudar a estudar, trabalhar e produzir mais rápido.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Midjourney?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Uma inteligência artificial que cria imagens a partir de descrições.</a:t>
            </a:r>
          </a:p>
          <a:p>
            <a:r>
              <a:t>• Muito usado para arte digital, capas de livros, posts e produtos.</a:t>
            </a:r>
          </a:p>
          <a:p>
            <a:r>
              <a:t>• Gera resultados profissionais em segundos.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o Midjourney funciona?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Você escreve um comando (prompt).</a:t>
            </a:r>
          </a:p>
          <a:p>
            <a:r>
              <a:t>• A IA interpreta o texto.</a:t>
            </a:r>
          </a:p>
          <a:p>
            <a:r>
              <a:t>• E cria imagens de alta qualidade.</a:t>
            </a:r>
          </a:p>
          <a:p/>
          <a:p>
            <a:r>
              <a:t>Exemplo de prompt:</a:t>
            </a:r>
          </a:p>
          <a:p>
            <a:r>
              <a:t>“Gato branco andando em uma escada flutuante nas nuvens, arte surreal, cores vibrantes.”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ChatGPT + Midjourney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ChatGPT cria ideias, roteiros e prompts detalhados.</a:t>
            </a:r>
          </a:p>
          <a:p>
            <a:r>
              <a:t>• Midjourney transforma esses prompts em imagens.</a:t>
            </a:r>
          </a:p>
          <a:p>
            <a:r>
              <a:t>• Juntos, permitem criar e-books, posts, produtos digitais e artes incríveis.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criar:</a:t>
            </a:r>
          </a:p>
          <a:p>
            <a:r>
              <a:t>• Um e-book ilustrado com imagens únicas.</a:t>
            </a:r>
          </a:p>
          <a:p>
            <a:r>
              <a:t>• Posts personalizados para Instagram.</a:t>
            </a:r>
          </a:p>
          <a:p>
            <a:r>
              <a:t>• Capas de vídeos ou produtos digitais.</a:t>
            </a:r>
          </a:p>
          <a:p>
            <a:r>
              <a:t>• Personagens e mundos fictícios.</a:t>
            </a:r>
          </a:p>
          <a:p/>
          <a:p>
            <a:r>
              <a:t>Tudo isso usando apenas descrições em texto!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 te ajuda a pensar e escrever.</a:t>
            </a:r>
          </a:p>
          <a:p>
            <a:r>
              <a:t>Midjourney te ajuda a criar e visualizar.</a:t>
            </a:r>
          </a:p>
          <a:p>
            <a:r>
              <a:t>Juntos, eles são ferramentas poderosas para transformar ideias em realidade.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